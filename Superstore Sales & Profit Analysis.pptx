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7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760A9-3E81-4F8A-8D4B-288C0D142CC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39306-A0B5-4B37-940E-0723AA55C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2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6DFF08F-DC6B-4601-B491-B0F83F6DD2D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454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184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66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42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53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17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775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86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411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536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461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026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592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568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681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542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00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6DFF08F-DC6B-4601-B491-B0F83F6DD2DA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154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A096C-908A-BCA6-409F-DB23503104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Superstore Sales &amp; Profit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1812D7-E651-4289-D70E-63B3CF1019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Internship Task 2 – Dashboard Storyboard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02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2715-ED84-4CFF-8D7F-061077DA8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657B50-76DE-C98F-0F2C-253537966C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31832" y="2891640"/>
            <a:ext cx="545854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sales &amp; profit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top-performing categories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sub-category profitability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segments and detect improvement areas</a:t>
            </a:r>
          </a:p>
        </p:txBody>
      </p:sp>
    </p:spTree>
    <p:extLst>
      <p:ext uri="{BB962C8B-B14F-4D97-AF65-F5344CB8AC3E}">
        <p14:creationId xmlns:p14="http://schemas.microsoft.com/office/powerpoint/2010/main" val="150090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2474-7A80-1785-9144-365078231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from Dashboards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83D355-9A14-2950-0629-BFB769DC7F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59967" y="2891249"/>
            <a:ext cx="654858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category has the highest 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 profit contribution from Copiers, Phones, Machines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Furniture has the lowest profit margin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and profit trend shows spikes in mid-range profit values</a:t>
            </a:r>
          </a:p>
        </p:txBody>
      </p:sp>
    </p:spTree>
    <p:extLst>
      <p:ext uri="{BB962C8B-B14F-4D97-AF65-F5344CB8AC3E}">
        <p14:creationId xmlns:p14="http://schemas.microsoft.com/office/powerpoint/2010/main" val="1595678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E6B14-76FC-B4FC-9C89-F5F58B02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51A425-79DB-EE96-7EC1-B8CA564806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27609" y="2971299"/>
            <a:ext cx="673678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sales dominated by Consumer segment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Corporate and Home Office lower in minimal-value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identify where to push promotional strategies</a:t>
            </a:r>
          </a:p>
        </p:txBody>
      </p:sp>
    </p:spTree>
    <p:extLst>
      <p:ext uri="{BB962C8B-B14F-4D97-AF65-F5344CB8AC3E}">
        <p14:creationId xmlns:p14="http://schemas.microsoft.com/office/powerpoint/2010/main" val="1576439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99FBC-FF79-04EA-E64A-7F735F955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vs Profit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99F16-75B0-1011-9F8D-49839D2FB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1327" y="2556932"/>
            <a:ext cx="9601196" cy="331893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volume is highest in </a:t>
            </a:r>
            <a:r>
              <a:rPr lang="en-US" b="1" dirty="0"/>
              <a:t>Technology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Office Supplies has good sales but comparatively lower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 cost optimization for Furniture category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549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1AEFB-41A9-FFB5-0A23-DA52188A0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928" y="2417037"/>
            <a:ext cx="9601196" cy="1303867"/>
          </a:xfrm>
        </p:spPr>
        <p:txBody>
          <a:bodyPr/>
          <a:lstStyle/>
          <a:p>
            <a:r>
              <a:rPr lang="en-IN" dirty="0"/>
              <a:t>Thanking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7605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18</TotalTime>
  <Words>114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Garamond</vt:lpstr>
      <vt:lpstr>Organic</vt:lpstr>
      <vt:lpstr>Superstore Sales &amp; Profit Analysis</vt:lpstr>
      <vt:lpstr>Objective</vt:lpstr>
      <vt:lpstr>Key Insights from Dashboards</vt:lpstr>
      <vt:lpstr>Segment Analysis</vt:lpstr>
      <vt:lpstr>Sales vs Profit Comparison</vt:lpstr>
      <vt:lpstr>Thanking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prakash</dc:creator>
  <cp:lastModifiedBy>prakash prakash</cp:lastModifiedBy>
  <cp:revision>1</cp:revision>
  <dcterms:created xsi:type="dcterms:W3CDTF">2025-11-16T12:49:32Z</dcterms:created>
  <dcterms:modified xsi:type="dcterms:W3CDTF">2025-11-16T13:07:55Z</dcterms:modified>
</cp:coreProperties>
</file>